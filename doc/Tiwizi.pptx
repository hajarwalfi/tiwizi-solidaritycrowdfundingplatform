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6835bcee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6835bcee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6835bcee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6835bcee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6835bcee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6835bcee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4913467b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4913467b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4913467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4913467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6835bcee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6835bcee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m du projet : TIWIZI&#10;Sous-titre : Plateforme Web de Solidarité Digitale et Crowdfunding au Maroc&#10;Nom : Hajar Walfi&#10;Formateur : Mr. Nafia Akdi&#10;Année : 2025-2026&#10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excessive aid text and small isolated etc all of it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550" y="-1"/>
            <a:ext cx="92222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bg should be in #f9f9ef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8225" y="-23800"/>
            <a:ext cx="9222225" cy="51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blématique&#10;Sur la slide :&#10;Titre : Un paradoxe marocain&#10;Deux colonnes face à face :&#10;✅ Ce qui existe❌ Ce qui manque90% des Marocains donnentAucune quantification des besoinsDes milliards mobilisablesAucun mécanisme &quot;STOP&quot;Volonté d'aiderAucune coordinationCulture de solidaritéDistribution inégale&#10;&#10;Question centrale en grand, centrée, bien mise en valeur :&#10;&quot;Comment transformer la générosité spontanée des Marocains en impact social mesurable, équitable et durable ?&quot;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lution proposée&#10;Sur la slide :&#10;Titre : Tiwizi — La solution&#10;Sous-titre discret : Plateforme web de crowdfunding et solidarité&#10;3 piliers en blocs visuels (icône + titre + 1 phrase) :&#10;🎯 Quantification&#10;Chaque campagne définit ses besoins. Fermeture automatique à 100%.&#10;⚖️ Équité&#10;Algorithme qui priorise les campagnes à moins de 15% de financement.&#10;🔒 Confiance&#10;Chaque campagne vérifiée par un administrateur avant publication.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utils et technologies utilisées&#10;Tableau visuel avec logos :&#10;CoucheTechnologieFrontendAngular 21 + Tailwind CSSBackendSpring Boot 3.xAuthJWT + Google OAuth2Base de donnéesPostgreSQLStockage fichiersCloudinaryPaiementStripeTestsJUnit 5 + Mockito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